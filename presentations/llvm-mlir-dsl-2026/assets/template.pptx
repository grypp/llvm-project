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13"/>
  </p:sldIdLst>
  <p:sldSz cx="9144000" cy="5143500" type="screen16x9"/>
  <p:notesSz cx="6858000" cy="9144000"/>
  <p:embeddedFontLst>
    <p:embeddedFont>
      <p:font typeface="NVIDIA Sans"/>
      <p:regular r:id="rIdEmbeddedFont1"/>
      <p:bold r:id="rIdEmbeddedFont2"/>
    </p:embeddedFont>
    <p:embeddedFont>
      <p:font typeface="NVIDIA Sans Light"/>
      <p:regular r:id="rIdEmbeddedFont3"/>
    </p:embeddedFont>
    <p:embeddedFont>
      <p:font typeface="JetBrains Mono"/>
      <p:regular r:id="rIdEmbeddedFont4"/>
      <p:bold r:id="rIdEmbeddedFont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EmbeddedFont1" Type="http://schemas.openxmlformats.org/officeDocument/2006/relationships/font" Target="fonts/codexFont1.fntdata"/><Relationship Id="rIdEmbeddedFont2" Type="http://schemas.openxmlformats.org/officeDocument/2006/relationships/font" Target="fonts/codexFont2.fntdata"/><Relationship Id="rIdEmbeddedFont3" Type="http://schemas.openxmlformats.org/officeDocument/2006/relationships/font" Target="fonts/codexFont3.fntdata"/><Relationship Id="rIdEmbeddedFont4" Type="http://schemas.openxmlformats.org/officeDocument/2006/relationships/font" Target="fonts/codexFont4.fntdata"/><Relationship Id="rIdEmbeddedFont5" Type="http://schemas.openxmlformats.org/officeDocument/2006/relationships/font" Target="fonts/codexFont5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3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ogo Text"/>
          <p:cNvSpPr/>
          <p:nvPr userDrawn="1"/>
        </p:nvSpPr>
        <p:spPr>
          <a:xfrm>
            <a:off x="646652" y="4777087"/>
            <a:ext cx="414052" cy="7760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rgbClr val="000000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Logo Eye"/>
          <p:cNvSpPr/>
          <p:nvPr userDrawn="1"/>
        </p:nvSpPr>
        <p:spPr>
          <a:xfrm>
            <a:off x="438912" y="4754880"/>
            <a:ext cx="178437" cy="118076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rgbClr val="76B900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VIDIA26_Corp Template_LIGHT_v2">
  <a:themeElements>
    <a:clrScheme name="NVIDIA26_v2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757575"/>
      </a:accent6>
      <a:hlink>
        <a:srgbClr val="757575"/>
      </a:hlink>
      <a:folHlink>
        <a:srgbClr val="757575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rIns="0"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w="lg" len="lg"/>
          <a:tailEnd type="triangle" w="lg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spcAft>
            <a:spcPts val="800"/>
          </a:spcAft>
          <a:defRPr sz="4400" kern="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PPT_Light_External_v2.potx" id="{89D8623C-2635-485F-9CA6-5E5546024BA4}" vid="{EC5B26FE-8EF1-484B-8617-0D0B03B15F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MLIR DSL tutorial presentation template</dc:title>
  <dc:subject>One-slide template retaining the v22 theme, masters, logos, and font parts</dc:subject>
  <dc:creator/>
  <cp:keywords>MLIR, Python, DSL, tutorial, draft</cp:keywords>
  <dc:description>Extracted from the MLIR DSL tutorial v3; see assets/provenance.txt.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